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201775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7" autoAdjust="0"/>
    <p:restoredTop sz="94660"/>
  </p:normalViewPr>
  <p:slideViewPr>
    <p:cSldViewPr snapToGrid="0">
      <p:cViewPr>
        <p:scale>
          <a:sx n="66" d="100"/>
          <a:sy n="66" d="100"/>
        </p:scale>
        <p:origin x="91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5222" y="1472842"/>
            <a:ext cx="10651331" cy="3133172"/>
          </a:xfrm>
        </p:spPr>
        <p:txBody>
          <a:bodyPr anchor="b"/>
          <a:lstStyle>
            <a:lvl1pPr algn="ctr">
              <a:defRPr sz="698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5222" y="4726842"/>
            <a:ext cx="10651331" cy="2172804"/>
          </a:xfrm>
        </p:spPr>
        <p:txBody>
          <a:bodyPr/>
          <a:lstStyle>
            <a:lvl1pPr marL="0" indent="0" algn="ctr">
              <a:buNone/>
              <a:defRPr sz="2796"/>
            </a:lvl1pPr>
            <a:lvl2pPr marL="532547" indent="0" algn="ctr">
              <a:buNone/>
              <a:defRPr sz="2330"/>
            </a:lvl2pPr>
            <a:lvl3pPr marL="1065093" indent="0" algn="ctr">
              <a:buNone/>
              <a:defRPr sz="2097"/>
            </a:lvl3pPr>
            <a:lvl4pPr marL="1597640" indent="0" algn="ctr">
              <a:buNone/>
              <a:defRPr sz="1864"/>
            </a:lvl4pPr>
            <a:lvl5pPr marL="2130186" indent="0" algn="ctr">
              <a:buNone/>
              <a:defRPr sz="1864"/>
            </a:lvl5pPr>
            <a:lvl6pPr marL="2662733" indent="0" algn="ctr">
              <a:buNone/>
              <a:defRPr sz="1864"/>
            </a:lvl6pPr>
            <a:lvl7pPr marL="3195279" indent="0" algn="ctr">
              <a:buNone/>
              <a:defRPr sz="1864"/>
            </a:lvl7pPr>
            <a:lvl8pPr marL="3727826" indent="0" algn="ctr">
              <a:buNone/>
              <a:defRPr sz="1864"/>
            </a:lvl8pPr>
            <a:lvl9pPr marL="4260372" indent="0" algn="ctr">
              <a:buNone/>
              <a:defRPr sz="1864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47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7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975" y="2243636"/>
            <a:ext cx="12249031" cy="3743557"/>
          </a:xfrm>
        </p:spPr>
        <p:txBody>
          <a:bodyPr anchor="b"/>
          <a:lstStyle>
            <a:lvl1pPr>
              <a:defRPr sz="698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975" y="6022609"/>
            <a:ext cx="12249031" cy="1968648"/>
          </a:xfrm>
        </p:spPr>
        <p:txBody>
          <a:bodyPr/>
          <a:lstStyle>
            <a:lvl1pPr marL="0" indent="0">
              <a:buNone/>
              <a:defRPr sz="2796">
                <a:solidFill>
                  <a:schemeClr val="tx1">
                    <a:tint val="75000"/>
                  </a:schemeClr>
                </a:solidFill>
              </a:defRPr>
            </a:lvl1pPr>
            <a:lvl2pPr marL="532547" indent="0">
              <a:buNone/>
              <a:defRPr sz="2330">
                <a:solidFill>
                  <a:schemeClr val="tx1">
                    <a:tint val="75000"/>
                  </a:schemeClr>
                </a:solidFill>
              </a:defRPr>
            </a:lvl2pPr>
            <a:lvl3pPr marL="1065093" indent="0">
              <a:buNone/>
              <a:defRPr sz="2097">
                <a:solidFill>
                  <a:schemeClr val="tx1">
                    <a:tint val="75000"/>
                  </a:schemeClr>
                </a:solidFill>
              </a:defRPr>
            </a:lvl3pPr>
            <a:lvl4pPr marL="1597640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4pPr>
            <a:lvl5pPr marL="2130186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5pPr>
            <a:lvl6pPr marL="2662733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6pPr>
            <a:lvl7pPr marL="3195279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7pPr>
            <a:lvl8pPr marL="3727826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8pPr>
            <a:lvl9pPr marL="4260372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319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6372" y="2395710"/>
            <a:ext cx="6035754" cy="571012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9649" y="2395710"/>
            <a:ext cx="6035754" cy="571012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98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22" y="479143"/>
            <a:ext cx="12249031" cy="173949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222" y="2206137"/>
            <a:ext cx="6008016" cy="1081194"/>
          </a:xfrm>
        </p:spPr>
        <p:txBody>
          <a:bodyPr anchor="b"/>
          <a:lstStyle>
            <a:lvl1pPr marL="0" indent="0">
              <a:buNone/>
              <a:defRPr sz="2796" b="1"/>
            </a:lvl1pPr>
            <a:lvl2pPr marL="532547" indent="0">
              <a:buNone/>
              <a:defRPr sz="2330" b="1"/>
            </a:lvl2pPr>
            <a:lvl3pPr marL="1065093" indent="0">
              <a:buNone/>
              <a:defRPr sz="2097" b="1"/>
            </a:lvl3pPr>
            <a:lvl4pPr marL="1597640" indent="0">
              <a:buNone/>
              <a:defRPr sz="1864" b="1"/>
            </a:lvl4pPr>
            <a:lvl5pPr marL="2130186" indent="0">
              <a:buNone/>
              <a:defRPr sz="1864" b="1"/>
            </a:lvl5pPr>
            <a:lvl6pPr marL="2662733" indent="0">
              <a:buNone/>
              <a:defRPr sz="1864" b="1"/>
            </a:lvl6pPr>
            <a:lvl7pPr marL="3195279" indent="0">
              <a:buNone/>
              <a:defRPr sz="1864" b="1"/>
            </a:lvl7pPr>
            <a:lvl8pPr marL="3727826" indent="0">
              <a:buNone/>
              <a:defRPr sz="1864" b="1"/>
            </a:lvl8pPr>
            <a:lvl9pPr marL="4260372" indent="0">
              <a:buNone/>
              <a:defRPr sz="1864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8222" y="3287331"/>
            <a:ext cx="6008016" cy="483516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89649" y="2206137"/>
            <a:ext cx="6037604" cy="1081194"/>
          </a:xfrm>
        </p:spPr>
        <p:txBody>
          <a:bodyPr anchor="b"/>
          <a:lstStyle>
            <a:lvl1pPr marL="0" indent="0">
              <a:buNone/>
              <a:defRPr sz="2796" b="1"/>
            </a:lvl1pPr>
            <a:lvl2pPr marL="532547" indent="0">
              <a:buNone/>
              <a:defRPr sz="2330" b="1"/>
            </a:lvl2pPr>
            <a:lvl3pPr marL="1065093" indent="0">
              <a:buNone/>
              <a:defRPr sz="2097" b="1"/>
            </a:lvl3pPr>
            <a:lvl4pPr marL="1597640" indent="0">
              <a:buNone/>
              <a:defRPr sz="1864" b="1"/>
            </a:lvl4pPr>
            <a:lvl5pPr marL="2130186" indent="0">
              <a:buNone/>
              <a:defRPr sz="1864" b="1"/>
            </a:lvl5pPr>
            <a:lvl6pPr marL="2662733" indent="0">
              <a:buNone/>
              <a:defRPr sz="1864" b="1"/>
            </a:lvl6pPr>
            <a:lvl7pPr marL="3195279" indent="0">
              <a:buNone/>
              <a:defRPr sz="1864" b="1"/>
            </a:lvl7pPr>
            <a:lvl8pPr marL="3727826" indent="0">
              <a:buNone/>
              <a:defRPr sz="1864" b="1"/>
            </a:lvl8pPr>
            <a:lvl9pPr marL="4260372" indent="0">
              <a:buNone/>
              <a:defRPr sz="1864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89649" y="3287331"/>
            <a:ext cx="6037604" cy="483516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50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77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46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22" y="599969"/>
            <a:ext cx="4580442" cy="2099892"/>
          </a:xfrm>
        </p:spPr>
        <p:txBody>
          <a:bodyPr anchor="b"/>
          <a:lstStyle>
            <a:lvl1pPr>
              <a:defRPr sz="3727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7604" y="1295767"/>
            <a:ext cx="7189649" cy="6395505"/>
          </a:xfrm>
        </p:spPr>
        <p:txBody>
          <a:bodyPr/>
          <a:lstStyle>
            <a:lvl1pPr>
              <a:defRPr sz="3727"/>
            </a:lvl1pPr>
            <a:lvl2pPr>
              <a:defRPr sz="3261"/>
            </a:lvl2pPr>
            <a:lvl3pPr>
              <a:defRPr sz="2796"/>
            </a:lvl3pPr>
            <a:lvl4pPr>
              <a:defRPr sz="2330"/>
            </a:lvl4pPr>
            <a:lvl5pPr>
              <a:defRPr sz="2330"/>
            </a:lvl5pPr>
            <a:lvl6pPr>
              <a:defRPr sz="2330"/>
            </a:lvl6pPr>
            <a:lvl7pPr>
              <a:defRPr sz="2330"/>
            </a:lvl7pPr>
            <a:lvl8pPr>
              <a:defRPr sz="2330"/>
            </a:lvl8pPr>
            <a:lvl9pPr>
              <a:defRPr sz="233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8222" y="2699862"/>
            <a:ext cx="4580442" cy="5001827"/>
          </a:xfrm>
        </p:spPr>
        <p:txBody>
          <a:bodyPr/>
          <a:lstStyle>
            <a:lvl1pPr marL="0" indent="0">
              <a:buNone/>
              <a:defRPr sz="1864"/>
            </a:lvl1pPr>
            <a:lvl2pPr marL="532547" indent="0">
              <a:buNone/>
              <a:defRPr sz="1631"/>
            </a:lvl2pPr>
            <a:lvl3pPr marL="1065093" indent="0">
              <a:buNone/>
              <a:defRPr sz="1398"/>
            </a:lvl3pPr>
            <a:lvl4pPr marL="1597640" indent="0">
              <a:buNone/>
              <a:defRPr sz="1165"/>
            </a:lvl4pPr>
            <a:lvl5pPr marL="2130186" indent="0">
              <a:buNone/>
              <a:defRPr sz="1165"/>
            </a:lvl5pPr>
            <a:lvl6pPr marL="2662733" indent="0">
              <a:buNone/>
              <a:defRPr sz="1165"/>
            </a:lvl6pPr>
            <a:lvl7pPr marL="3195279" indent="0">
              <a:buNone/>
              <a:defRPr sz="1165"/>
            </a:lvl7pPr>
            <a:lvl8pPr marL="3727826" indent="0">
              <a:buNone/>
              <a:defRPr sz="1165"/>
            </a:lvl8pPr>
            <a:lvl9pPr marL="4260372" indent="0">
              <a:buNone/>
              <a:defRPr sz="116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86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222" y="599969"/>
            <a:ext cx="4580442" cy="2099892"/>
          </a:xfrm>
        </p:spPr>
        <p:txBody>
          <a:bodyPr anchor="b"/>
          <a:lstStyle>
            <a:lvl1pPr>
              <a:defRPr sz="3727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37604" y="1295767"/>
            <a:ext cx="7189649" cy="6395505"/>
          </a:xfrm>
        </p:spPr>
        <p:txBody>
          <a:bodyPr anchor="t"/>
          <a:lstStyle>
            <a:lvl1pPr marL="0" indent="0">
              <a:buNone/>
              <a:defRPr sz="3727"/>
            </a:lvl1pPr>
            <a:lvl2pPr marL="532547" indent="0">
              <a:buNone/>
              <a:defRPr sz="3261"/>
            </a:lvl2pPr>
            <a:lvl3pPr marL="1065093" indent="0">
              <a:buNone/>
              <a:defRPr sz="2796"/>
            </a:lvl3pPr>
            <a:lvl4pPr marL="1597640" indent="0">
              <a:buNone/>
              <a:defRPr sz="2330"/>
            </a:lvl4pPr>
            <a:lvl5pPr marL="2130186" indent="0">
              <a:buNone/>
              <a:defRPr sz="2330"/>
            </a:lvl5pPr>
            <a:lvl6pPr marL="2662733" indent="0">
              <a:buNone/>
              <a:defRPr sz="2330"/>
            </a:lvl6pPr>
            <a:lvl7pPr marL="3195279" indent="0">
              <a:buNone/>
              <a:defRPr sz="2330"/>
            </a:lvl7pPr>
            <a:lvl8pPr marL="3727826" indent="0">
              <a:buNone/>
              <a:defRPr sz="2330"/>
            </a:lvl8pPr>
            <a:lvl9pPr marL="4260372" indent="0">
              <a:buNone/>
              <a:defRPr sz="233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8222" y="2699862"/>
            <a:ext cx="4580442" cy="5001827"/>
          </a:xfrm>
        </p:spPr>
        <p:txBody>
          <a:bodyPr/>
          <a:lstStyle>
            <a:lvl1pPr marL="0" indent="0">
              <a:buNone/>
              <a:defRPr sz="1864"/>
            </a:lvl1pPr>
            <a:lvl2pPr marL="532547" indent="0">
              <a:buNone/>
              <a:defRPr sz="1631"/>
            </a:lvl2pPr>
            <a:lvl3pPr marL="1065093" indent="0">
              <a:buNone/>
              <a:defRPr sz="1398"/>
            </a:lvl3pPr>
            <a:lvl4pPr marL="1597640" indent="0">
              <a:buNone/>
              <a:defRPr sz="1165"/>
            </a:lvl4pPr>
            <a:lvl5pPr marL="2130186" indent="0">
              <a:buNone/>
              <a:defRPr sz="1165"/>
            </a:lvl5pPr>
            <a:lvl6pPr marL="2662733" indent="0">
              <a:buNone/>
              <a:defRPr sz="1165"/>
            </a:lvl6pPr>
            <a:lvl7pPr marL="3195279" indent="0">
              <a:buNone/>
              <a:defRPr sz="1165"/>
            </a:lvl7pPr>
            <a:lvl8pPr marL="3727826" indent="0">
              <a:buNone/>
              <a:defRPr sz="1165"/>
            </a:lvl8pPr>
            <a:lvl9pPr marL="4260372" indent="0">
              <a:buNone/>
              <a:defRPr sz="116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007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87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63145" y="479142"/>
            <a:ext cx="3062258" cy="762669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6372" y="479142"/>
            <a:ext cx="9009251" cy="762669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26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6372" y="479143"/>
            <a:ext cx="12249031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6372" y="2395710"/>
            <a:ext cx="12249031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6372" y="8341239"/>
            <a:ext cx="319539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0C548-F5FB-4BDF-9D3A-0D5584A0B94C}" type="datetimeFigureOut">
              <a:rPr lang="en-GB" smtClean="0"/>
              <a:t>29/12/2020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4338" y="8341239"/>
            <a:ext cx="479309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30004" y="8341239"/>
            <a:ext cx="319539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3A543-6C7D-4997-9C28-B084060A29C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31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65093" rtl="0" eaLnBrk="1" latinLnBrk="0" hangingPunct="1">
        <a:lnSpc>
          <a:spcPct val="90000"/>
        </a:lnSpc>
        <a:spcBef>
          <a:spcPct val="0"/>
        </a:spcBef>
        <a:buNone/>
        <a:defRPr sz="51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273" indent="-266273" algn="l" defTabSz="1065093" rtl="0" eaLnBrk="1" latinLnBrk="0" hangingPunct="1">
        <a:lnSpc>
          <a:spcPct val="90000"/>
        </a:lnSpc>
        <a:spcBef>
          <a:spcPts val="1165"/>
        </a:spcBef>
        <a:buFont typeface="Arial" panose="020B0604020202020204" pitchFamily="34" charset="0"/>
        <a:buChar char="•"/>
        <a:defRPr sz="3261" kern="1200">
          <a:solidFill>
            <a:schemeClr val="tx1"/>
          </a:solidFill>
          <a:latin typeface="+mn-lt"/>
          <a:ea typeface="+mn-ea"/>
          <a:cs typeface="+mn-cs"/>
        </a:defRPr>
      </a:lvl1pPr>
      <a:lvl2pPr marL="798820" indent="-266273" algn="l" defTabSz="1065093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796" kern="1200">
          <a:solidFill>
            <a:schemeClr val="tx1"/>
          </a:solidFill>
          <a:latin typeface="+mn-lt"/>
          <a:ea typeface="+mn-ea"/>
          <a:cs typeface="+mn-cs"/>
        </a:defRPr>
      </a:lvl2pPr>
      <a:lvl3pPr marL="1331366" indent="-266273" algn="l" defTabSz="1065093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3pPr>
      <a:lvl4pPr marL="1863913" indent="-266273" algn="l" defTabSz="1065093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7" kern="1200">
          <a:solidFill>
            <a:schemeClr val="tx1"/>
          </a:solidFill>
          <a:latin typeface="+mn-lt"/>
          <a:ea typeface="+mn-ea"/>
          <a:cs typeface="+mn-cs"/>
        </a:defRPr>
      </a:lvl4pPr>
      <a:lvl5pPr marL="2396460" indent="-266273" algn="l" defTabSz="1065093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7" kern="1200">
          <a:solidFill>
            <a:schemeClr val="tx1"/>
          </a:solidFill>
          <a:latin typeface="+mn-lt"/>
          <a:ea typeface="+mn-ea"/>
          <a:cs typeface="+mn-cs"/>
        </a:defRPr>
      </a:lvl5pPr>
      <a:lvl6pPr marL="2929006" indent="-266273" algn="l" defTabSz="1065093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7" kern="1200">
          <a:solidFill>
            <a:schemeClr val="tx1"/>
          </a:solidFill>
          <a:latin typeface="+mn-lt"/>
          <a:ea typeface="+mn-ea"/>
          <a:cs typeface="+mn-cs"/>
        </a:defRPr>
      </a:lvl6pPr>
      <a:lvl7pPr marL="3461553" indent="-266273" algn="l" defTabSz="1065093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7" kern="1200">
          <a:solidFill>
            <a:schemeClr val="tx1"/>
          </a:solidFill>
          <a:latin typeface="+mn-lt"/>
          <a:ea typeface="+mn-ea"/>
          <a:cs typeface="+mn-cs"/>
        </a:defRPr>
      </a:lvl7pPr>
      <a:lvl8pPr marL="3994099" indent="-266273" algn="l" defTabSz="1065093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7" kern="1200">
          <a:solidFill>
            <a:schemeClr val="tx1"/>
          </a:solidFill>
          <a:latin typeface="+mn-lt"/>
          <a:ea typeface="+mn-ea"/>
          <a:cs typeface="+mn-cs"/>
        </a:defRPr>
      </a:lvl8pPr>
      <a:lvl9pPr marL="4526646" indent="-266273" algn="l" defTabSz="1065093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1pPr>
      <a:lvl2pPr marL="532547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2pPr>
      <a:lvl3pPr marL="1065093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3pPr>
      <a:lvl4pPr marL="1597640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4pPr>
      <a:lvl5pPr marL="2130186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5pPr>
      <a:lvl6pPr marL="2662733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6pPr>
      <a:lvl7pPr marL="3195279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7pPr>
      <a:lvl8pPr marL="3727826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8pPr>
      <a:lvl9pPr marL="4260372" algn="l" defTabSz="1065093" rtl="0" eaLnBrk="1" latinLnBrk="0" hangingPunct="1">
        <a:defRPr sz="20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A01BB477-30E4-4D66-B744-CBA16C42D198}"/>
              </a:ext>
            </a:extLst>
          </p:cNvPr>
          <p:cNvCxnSpPr>
            <a:cxnSpLocks/>
          </p:cNvCxnSpPr>
          <p:nvPr/>
        </p:nvCxnSpPr>
        <p:spPr>
          <a:xfrm flipV="1">
            <a:off x="2155354" y="3322601"/>
            <a:ext cx="0" cy="340557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06959916-DD29-4F9A-808E-CCC2C8202C7E}"/>
              </a:ext>
            </a:extLst>
          </p:cNvPr>
          <p:cNvCxnSpPr>
            <a:cxnSpLocks/>
          </p:cNvCxnSpPr>
          <p:nvPr/>
        </p:nvCxnSpPr>
        <p:spPr>
          <a:xfrm flipV="1">
            <a:off x="11671143" y="4563756"/>
            <a:ext cx="0" cy="354556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520F54B0-68C0-449B-9BF7-62C6094883F7}"/>
              </a:ext>
            </a:extLst>
          </p:cNvPr>
          <p:cNvCxnSpPr>
            <a:cxnSpLocks/>
          </p:cNvCxnSpPr>
          <p:nvPr/>
        </p:nvCxnSpPr>
        <p:spPr>
          <a:xfrm flipV="1">
            <a:off x="1278767" y="4664235"/>
            <a:ext cx="0" cy="98646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1FD2466A-D333-43C0-8BBB-058315E23490}"/>
              </a:ext>
            </a:extLst>
          </p:cNvPr>
          <p:cNvCxnSpPr>
            <a:cxnSpLocks/>
          </p:cNvCxnSpPr>
          <p:nvPr/>
        </p:nvCxnSpPr>
        <p:spPr>
          <a:xfrm flipV="1">
            <a:off x="13526163" y="2662125"/>
            <a:ext cx="0" cy="544719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5C116637-9DF2-487D-94A9-CDEE55101BC8}"/>
              </a:ext>
            </a:extLst>
          </p:cNvPr>
          <p:cNvSpPr/>
          <p:nvPr/>
        </p:nvSpPr>
        <p:spPr>
          <a:xfrm>
            <a:off x="7354873" y="2674935"/>
            <a:ext cx="6174241" cy="63485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148"/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6D2192D3-D4B0-457C-80E4-1F0B238F0D3F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13288678" y="6410746"/>
            <a:ext cx="5753" cy="169857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ttangolo 45">
            <a:extLst>
              <a:ext uri="{FF2B5EF4-FFF2-40B4-BE49-F238E27FC236}">
                <a16:creationId xmlns:a16="http://schemas.microsoft.com/office/drawing/2014/main" id="{6BC8628C-214A-459C-8534-62D984A9FA0C}"/>
              </a:ext>
            </a:extLst>
          </p:cNvPr>
          <p:cNvSpPr/>
          <p:nvPr/>
        </p:nvSpPr>
        <p:spPr>
          <a:xfrm>
            <a:off x="1803123" y="2674061"/>
            <a:ext cx="5551747" cy="6348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148"/>
          </a:p>
        </p:txBody>
      </p:sp>
      <p:sp>
        <p:nvSpPr>
          <p:cNvPr id="6" name="Dati 5">
            <a:extLst>
              <a:ext uri="{FF2B5EF4-FFF2-40B4-BE49-F238E27FC236}">
                <a16:creationId xmlns:a16="http://schemas.microsoft.com/office/drawing/2014/main" id="{ECD6173F-D627-4E43-9B83-FADF951B68B2}"/>
              </a:ext>
            </a:extLst>
          </p:cNvPr>
          <p:cNvSpPr/>
          <p:nvPr/>
        </p:nvSpPr>
        <p:spPr>
          <a:xfrm>
            <a:off x="532710" y="2674935"/>
            <a:ext cx="2004360" cy="634856"/>
          </a:xfrm>
          <a:prstGeom prst="flowChartInputOutpu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/>
              <a:t>?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72B4572-6533-470B-B841-892BF70C7592}"/>
              </a:ext>
            </a:extLst>
          </p:cNvPr>
          <p:cNvCxnSpPr>
            <a:cxnSpLocks/>
          </p:cNvCxnSpPr>
          <p:nvPr/>
        </p:nvCxnSpPr>
        <p:spPr>
          <a:xfrm flipV="1">
            <a:off x="505682" y="681891"/>
            <a:ext cx="0" cy="705408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3304DE53-5A28-4074-96A6-A32D31DDA748}"/>
              </a:ext>
            </a:extLst>
          </p:cNvPr>
          <p:cNvCxnSpPr>
            <a:cxnSpLocks/>
          </p:cNvCxnSpPr>
          <p:nvPr/>
        </p:nvCxnSpPr>
        <p:spPr>
          <a:xfrm flipV="1">
            <a:off x="2709941" y="663048"/>
            <a:ext cx="0" cy="264586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D33B7C1E-4881-44E4-A54B-42AB42F2758C}"/>
              </a:ext>
            </a:extLst>
          </p:cNvPr>
          <p:cNvSpPr/>
          <p:nvPr/>
        </p:nvSpPr>
        <p:spPr>
          <a:xfrm>
            <a:off x="2915778" y="6093318"/>
            <a:ext cx="10372902" cy="6348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148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0E2C16-41DB-4E48-B6D9-E8EBD5CCD1C3}"/>
              </a:ext>
            </a:extLst>
          </p:cNvPr>
          <p:cNvSpPr/>
          <p:nvPr/>
        </p:nvSpPr>
        <p:spPr>
          <a:xfrm>
            <a:off x="3130454" y="7101122"/>
            <a:ext cx="10395704" cy="6348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148" dirty="0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BC3F47B-AA08-4AA9-B67E-5DF3D73B78FF}"/>
              </a:ext>
            </a:extLst>
          </p:cNvPr>
          <p:cNvCxnSpPr/>
          <p:nvPr/>
        </p:nvCxnSpPr>
        <p:spPr>
          <a:xfrm>
            <a:off x="519932" y="1740178"/>
            <a:ext cx="219000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A7E6B89-0648-4720-A8D8-0FEDF3102D57}"/>
              </a:ext>
            </a:extLst>
          </p:cNvPr>
          <p:cNvSpPr txBox="1"/>
          <p:nvPr/>
        </p:nvSpPr>
        <p:spPr>
          <a:xfrm>
            <a:off x="-10285" y="-46778"/>
            <a:ext cx="1100814" cy="645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92" dirty="0" err="1"/>
              <a:t>T</a:t>
            </a:r>
            <a:r>
              <a:rPr lang="en-GB" sz="3592" baseline="-25000" dirty="0" err="1"/>
              <a:t>sched</a:t>
            </a:r>
            <a:endParaRPr lang="en-GB" sz="3592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3BCC7E3-57AA-406D-A0FB-14E520C7807F}"/>
              </a:ext>
            </a:extLst>
          </p:cNvPr>
          <p:cNvSpPr txBox="1"/>
          <p:nvPr/>
        </p:nvSpPr>
        <p:spPr>
          <a:xfrm>
            <a:off x="4030096" y="1658580"/>
            <a:ext cx="2050561" cy="645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92" dirty="0"/>
              <a:t>0.75 × </a:t>
            </a:r>
            <a:r>
              <a:rPr lang="en-GB" sz="3592" dirty="0" err="1"/>
              <a:t>T</a:t>
            </a:r>
            <a:r>
              <a:rPr lang="en-GB" sz="3592" baseline="-25000" dirty="0" err="1"/>
              <a:t>len</a:t>
            </a:r>
            <a:endParaRPr lang="en-GB" sz="3592" baseline="-25000" dirty="0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658CBA8-7D62-43A9-8B0E-68F68D4827F8}"/>
              </a:ext>
            </a:extLst>
          </p:cNvPr>
          <p:cNvCxnSpPr>
            <a:cxnSpLocks/>
          </p:cNvCxnSpPr>
          <p:nvPr/>
        </p:nvCxnSpPr>
        <p:spPr>
          <a:xfrm>
            <a:off x="1290512" y="4667142"/>
            <a:ext cx="1037520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2F61354-1907-4121-AC6A-B353AAF6B40F}"/>
              </a:ext>
            </a:extLst>
          </p:cNvPr>
          <p:cNvSpPr txBox="1"/>
          <p:nvPr/>
        </p:nvSpPr>
        <p:spPr>
          <a:xfrm>
            <a:off x="5672130" y="3980898"/>
            <a:ext cx="793807" cy="645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92" dirty="0" err="1"/>
              <a:t>T</a:t>
            </a:r>
            <a:r>
              <a:rPr lang="en-GB" sz="3592" baseline="-25000" dirty="0" err="1"/>
              <a:t>len</a:t>
            </a:r>
            <a:endParaRPr lang="en-GB" sz="3592" baseline="-25000" dirty="0"/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583B051F-80B8-4D14-94FA-7B21E0DD5FAD}"/>
              </a:ext>
            </a:extLst>
          </p:cNvPr>
          <p:cNvCxnSpPr>
            <a:cxnSpLocks/>
          </p:cNvCxnSpPr>
          <p:nvPr/>
        </p:nvCxnSpPr>
        <p:spPr>
          <a:xfrm>
            <a:off x="519927" y="2291346"/>
            <a:ext cx="817703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184D4B3-A5B7-41F9-BFA7-8BA7404FBEB0}"/>
              </a:ext>
            </a:extLst>
          </p:cNvPr>
          <p:cNvSpPr txBox="1"/>
          <p:nvPr/>
        </p:nvSpPr>
        <p:spPr>
          <a:xfrm>
            <a:off x="519930" y="1119397"/>
            <a:ext cx="2148036" cy="645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92" dirty="0"/>
              <a:t>20m</a:t>
            </a:r>
            <a:endParaRPr lang="en-GB" sz="3592" baseline="-25000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421A753-F4D4-46DC-9D20-4BBF0E51DE94}"/>
              </a:ext>
            </a:extLst>
          </p:cNvPr>
          <p:cNvSpPr txBox="1"/>
          <p:nvPr/>
        </p:nvSpPr>
        <p:spPr>
          <a:xfrm>
            <a:off x="11279078" y="8030317"/>
            <a:ext cx="638060" cy="645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92" dirty="0"/>
              <a:t>1</a:t>
            </a:r>
            <a:r>
              <a:rPr lang="en-GB" sz="3592" baseline="30000" dirty="0"/>
              <a:t>st</a:t>
            </a:r>
            <a:endParaRPr lang="en-GB" sz="3592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2B346DED-F994-4AB9-AC62-68F1B60D4637}"/>
              </a:ext>
            </a:extLst>
          </p:cNvPr>
          <p:cNvSpPr txBox="1"/>
          <p:nvPr/>
        </p:nvSpPr>
        <p:spPr>
          <a:xfrm>
            <a:off x="12735854" y="8028859"/>
            <a:ext cx="742511" cy="645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92" dirty="0"/>
              <a:t>2</a:t>
            </a:r>
            <a:r>
              <a:rPr lang="en-GB" sz="3592" baseline="30000" dirty="0"/>
              <a:t>nd</a:t>
            </a:r>
            <a:endParaRPr lang="en-GB" sz="3592"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794C837-B350-4B5E-BF0F-47A937E4A11C}"/>
              </a:ext>
            </a:extLst>
          </p:cNvPr>
          <p:cNvSpPr txBox="1"/>
          <p:nvPr/>
        </p:nvSpPr>
        <p:spPr>
          <a:xfrm>
            <a:off x="13376270" y="8025450"/>
            <a:ext cx="683842" cy="645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92" dirty="0"/>
              <a:t>3</a:t>
            </a:r>
            <a:r>
              <a:rPr lang="en-GB" sz="3592" baseline="30000" dirty="0"/>
              <a:t>rd</a:t>
            </a:r>
            <a:endParaRPr lang="en-GB" sz="3592" dirty="0"/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49B26730-A508-4653-90BD-9159AD13283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2771" y="139030"/>
            <a:ext cx="551012" cy="551012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C1860962-E6CB-45FF-9371-609D29A2CBB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1456" y="145400"/>
            <a:ext cx="551012" cy="551012"/>
          </a:xfrm>
          <a:prstGeom prst="rect">
            <a:avLst/>
          </a:prstGeom>
        </p:spPr>
      </p:pic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B5AE6086-F766-47CB-BB1D-3A3EE484F179}"/>
              </a:ext>
            </a:extLst>
          </p:cNvPr>
          <p:cNvSpPr txBox="1"/>
          <p:nvPr/>
        </p:nvSpPr>
        <p:spPr>
          <a:xfrm>
            <a:off x="353445" y="3237183"/>
            <a:ext cx="1761999" cy="55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993" b="1" dirty="0">
                <a:solidFill>
                  <a:schemeClr val="accent2"/>
                </a:solidFill>
              </a:rPr>
              <a:t>Trailers</a:t>
            </a:r>
            <a:endParaRPr lang="en-GB" sz="2993" b="1" baseline="-25000" dirty="0">
              <a:solidFill>
                <a:schemeClr val="accent2"/>
              </a:solidFill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D5A96EFC-D2D6-48E8-A8E6-517B12A76608}"/>
              </a:ext>
            </a:extLst>
          </p:cNvPr>
          <p:cNvSpPr txBox="1"/>
          <p:nvPr/>
        </p:nvSpPr>
        <p:spPr>
          <a:xfrm>
            <a:off x="1953339" y="3225260"/>
            <a:ext cx="4520797" cy="55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993" b="1" dirty="0">
                <a:solidFill>
                  <a:schemeClr val="accent1"/>
                </a:solidFill>
              </a:rPr>
              <a:t>First half</a:t>
            </a:r>
            <a:endParaRPr lang="en-GB" sz="2993" b="1" baseline="-25000" dirty="0">
              <a:solidFill>
                <a:schemeClr val="accent1"/>
              </a:solidFill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885C9009-E76D-41A5-B66A-776D3507EFD1}"/>
              </a:ext>
            </a:extLst>
          </p:cNvPr>
          <p:cNvSpPr txBox="1"/>
          <p:nvPr/>
        </p:nvSpPr>
        <p:spPr>
          <a:xfrm>
            <a:off x="6272119" y="3222412"/>
            <a:ext cx="1823009" cy="55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993" b="1" dirty="0">
                <a:solidFill>
                  <a:srgbClr val="92D050"/>
                </a:solidFill>
              </a:rPr>
              <a:t>Interval</a:t>
            </a:r>
            <a:endParaRPr lang="en-GB" sz="2993" b="1" baseline="-25000" dirty="0">
              <a:solidFill>
                <a:srgbClr val="92D050"/>
              </a:solidFill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76C66BEB-E00F-4878-AB48-7432AC7E635D}"/>
              </a:ext>
            </a:extLst>
          </p:cNvPr>
          <p:cNvSpPr txBox="1"/>
          <p:nvPr/>
        </p:nvSpPr>
        <p:spPr>
          <a:xfrm>
            <a:off x="7835658" y="3225260"/>
            <a:ext cx="5622065" cy="55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993" b="1" dirty="0">
                <a:solidFill>
                  <a:schemeClr val="accent5"/>
                </a:solidFill>
              </a:rPr>
              <a:t>Second half</a:t>
            </a:r>
            <a:endParaRPr lang="en-GB" sz="2993" b="1" baseline="-25000" dirty="0">
              <a:solidFill>
                <a:schemeClr val="accent5"/>
              </a:solidFill>
            </a:endParaRPr>
          </a:p>
        </p:txBody>
      </p:sp>
      <p:sp>
        <p:nvSpPr>
          <p:cNvPr id="7" name="Dati 6">
            <a:extLst>
              <a:ext uri="{FF2B5EF4-FFF2-40B4-BE49-F238E27FC236}">
                <a16:creationId xmlns:a16="http://schemas.microsoft.com/office/drawing/2014/main" id="{71E5E33F-5DF1-49A5-8144-D7F534C176FD}"/>
              </a:ext>
            </a:extLst>
          </p:cNvPr>
          <p:cNvSpPr/>
          <p:nvPr/>
        </p:nvSpPr>
        <p:spPr>
          <a:xfrm>
            <a:off x="6476248" y="2674935"/>
            <a:ext cx="1733855" cy="634856"/>
          </a:xfrm>
          <a:prstGeom prst="flowChartInputOutp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dirty="0"/>
              <a:t>?</a:t>
            </a:r>
          </a:p>
        </p:txBody>
      </p: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AC47D606-A900-4DC8-9945-76C267FC8871}"/>
              </a:ext>
            </a:extLst>
          </p:cNvPr>
          <p:cNvCxnSpPr>
            <a:cxnSpLocks/>
          </p:cNvCxnSpPr>
          <p:nvPr/>
        </p:nvCxnSpPr>
        <p:spPr>
          <a:xfrm flipV="1">
            <a:off x="8696962" y="621706"/>
            <a:ext cx="0" cy="266835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ttangolo 59">
            <a:extLst>
              <a:ext uri="{FF2B5EF4-FFF2-40B4-BE49-F238E27FC236}">
                <a16:creationId xmlns:a16="http://schemas.microsoft.com/office/drawing/2014/main" id="{F7EF04C2-045F-4775-BE93-A98CCE583454}"/>
              </a:ext>
            </a:extLst>
          </p:cNvPr>
          <p:cNvSpPr/>
          <p:nvPr/>
        </p:nvSpPr>
        <p:spPr>
          <a:xfrm>
            <a:off x="2161141" y="7101122"/>
            <a:ext cx="969309" cy="634856"/>
          </a:xfrm>
          <a:prstGeom prst="rect">
            <a:avLst/>
          </a:prstGeom>
          <a:solidFill>
            <a:schemeClr val="accent6">
              <a:alpha val="43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148" dirty="0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C39C48AC-CBCE-4087-91FE-AF6BABA50558}"/>
              </a:ext>
            </a:extLst>
          </p:cNvPr>
          <p:cNvSpPr/>
          <p:nvPr/>
        </p:nvSpPr>
        <p:spPr>
          <a:xfrm>
            <a:off x="510833" y="7101122"/>
            <a:ext cx="1650308" cy="634856"/>
          </a:xfrm>
          <a:prstGeom prst="rect">
            <a:avLst/>
          </a:prstGeom>
          <a:solidFill>
            <a:schemeClr val="accent2">
              <a:alpha val="43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148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8E30C2D-07F0-49F1-939F-E4FA3A37B0D9}"/>
              </a:ext>
            </a:extLst>
          </p:cNvPr>
          <p:cNvSpPr/>
          <p:nvPr/>
        </p:nvSpPr>
        <p:spPr>
          <a:xfrm>
            <a:off x="1269243" y="5100195"/>
            <a:ext cx="10395156" cy="6348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148" dirty="0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37026D88-43E7-4CF2-9497-0F68710CDE6E}"/>
              </a:ext>
            </a:extLst>
          </p:cNvPr>
          <p:cNvSpPr/>
          <p:nvPr/>
        </p:nvSpPr>
        <p:spPr>
          <a:xfrm>
            <a:off x="504917" y="5100710"/>
            <a:ext cx="762486" cy="634856"/>
          </a:xfrm>
          <a:prstGeom prst="rect">
            <a:avLst/>
          </a:prstGeom>
          <a:solidFill>
            <a:schemeClr val="accent6">
              <a:alpha val="43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694" b="1" dirty="0" err="1">
                <a:solidFill>
                  <a:schemeClr val="accent6">
                    <a:lumMod val="50000"/>
                  </a:schemeClr>
                </a:solidFill>
              </a:rPr>
              <a:t>avg</a:t>
            </a:r>
            <a:endParaRPr lang="en-GB" sz="2694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85AD6134-4D58-4DD1-BF7B-F7283A8FB38D}"/>
              </a:ext>
            </a:extLst>
          </p:cNvPr>
          <p:cNvSpPr/>
          <p:nvPr/>
        </p:nvSpPr>
        <p:spPr>
          <a:xfrm>
            <a:off x="2152519" y="6093318"/>
            <a:ext cx="762486" cy="634856"/>
          </a:xfrm>
          <a:prstGeom prst="rect">
            <a:avLst/>
          </a:prstGeom>
          <a:solidFill>
            <a:schemeClr val="accent6">
              <a:alpha val="43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694" b="1" dirty="0" err="1">
                <a:solidFill>
                  <a:schemeClr val="accent6">
                    <a:lumMod val="50000"/>
                  </a:schemeClr>
                </a:solidFill>
              </a:rPr>
              <a:t>avg</a:t>
            </a:r>
            <a:endParaRPr lang="en-GB" sz="2694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F514DC04-C1B9-4FA7-B203-38E2537BA59B}"/>
              </a:ext>
            </a:extLst>
          </p:cNvPr>
          <p:cNvSpPr/>
          <p:nvPr/>
        </p:nvSpPr>
        <p:spPr>
          <a:xfrm>
            <a:off x="510833" y="6093746"/>
            <a:ext cx="1641831" cy="634856"/>
          </a:xfrm>
          <a:prstGeom prst="rect">
            <a:avLst/>
          </a:prstGeom>
          <a:solidFill>
            <a:schemeClr val="accent2">
              <a:alpha val="43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148" dirty="0"/>
          </a:p>
        </p:txBody>
      </p:sp>
    </p:spTree>
    <p:extLst>
      <p:ext uri="{BB962C8B-B14F-4D97-AF65-F5344CB8AC3E}">
        <p14:creationId xmlns:p14="http://schemas.microsoft.com/office/powerpoint/2010/main" val="14783585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19</Words>
  <Application>Microsoft Office PowerPoint</Application>
  <PresentationFormat>Personalizzato</PresentationFormat>
  <Paragraphs>15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Sanvito</dc:creator>
  <cp:lastModifiedBy>Davide Sanvito</cp:lastModifiedBy>
  <cp:revision>18</cp:revision>
  <dcterms:created xsi:type="dcterms:W3CDTF">2020-12-28T18:30:12Z</dcterms:created>
  <dcterms:modified xsi:type="dcterms:W3CDTF">2020-12-29T11:09:40Z</dcterms:modified>
</cp:coreProperties>
</file>