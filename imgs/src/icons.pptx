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9453563" cy="965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50" y="15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1696" y="157962"/>
            <a:ext cx="7090172" cy="336033"/>
          </a:xfrm>
        </p:spPr>
        <p:txBody>
          <a:bodyPr anchor="b"/>
          <a:lstStyle>
            <a:lvl1pPr algn="ctr">
              <a:defRPr sz="844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81696" y="506954"/>
            <a:ext cx="7090172" cy="233033"/>
          </a:xfrm>
        </p:spPr>
        <p:txBody>
          <a:bodyPr/>
          <a:lstStyle>
            <a:lvl1pPr marL="0" indent="0" algn="ctr">
              <a:buNone/>
              <a:defRPr sz="338"/>
            </a:lvl1pPr>
            <a:lvl2pPr marL="64328" indent="0" algn="ctr">
              <a:buNone/>
              <a:defRPr sz="281"/>
            </a:lvl2pPr>
            <a:lvl3pPr marL="128656" indent="0" algn="ctr">
              <a:buNone/>
              <a:defRPr sz="253"/>
            </a:lvl3pPr>
            <a:lvl4pPr marL="192984" indent="0" algn="ctr">
              <a:buNone/>
              <a:defRPr sz="225"/>
            </a:lvl4pPr>
            <a:lvl5pPr marL="257312" indent="0" algn="ctr">
              <a:buNone/>
              <a:defRPr sz="225"/>
            </a:lvl5pPr>
            <a:lvl6pPr marL="321640" indent="0" algn="ctr">
              <a:buNone/>
              <a:defRPr sz="225"/>
            </a:lvl6pPr>
            <a:lvl7pPr marL="385968" indent="0" algn="ctr">
              <a:buNone/>
              <a:defRPr sz="225"/>
            </a:lvl7pPr>
            <a:lvl8pPr marL="450296" indent="0" algn="ctr">
              <a:buNone/>
              <a:defRPr sz="225"/>
            </a:lvl8pPr>
            <a:lvl9pPr marL="514624" indent="0" algn="ctr">
              <a:buNone/>
              <a:defRPr sz="225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FC336-24F3-4B52-9F90-DE6ECE21F431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0DFCF-EE57-4463-ABCE-E21FCDA6111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3884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FC336-24F3-4B52-9F90-DE6ECE21F431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0DFCF-EE57-4463-ABCE-E21FCDA6111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1735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009" y="240630"/>
            <a:ext cx="8153698" cy="401496"/>
          </a:xfrm>
        </p:spPr>
        <p:txBody>
          <a:bodyPr anchor="b"/>
          <a:lstStyle>
            <a:lvl1pPr>
              <a:defRPr sz="844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009" y="645925"/>
            <a:ext cx="8153698" cy="211137"/>
          </a:xfrm>
        </p:spPr>
        <p:txBody>
          <a:bodyPr/>
          <a:lstStyle>
            <a:lvl1pPr marL="0" indent="0">
              <a:buNone/>
              <a:defRPr sz="338">
                <a:solidFill>
                  <a:schemeClr val="tx1">
                    <a:tint val="75000"/>
                  </a:schemeClr>
                </a:solidFill>
              </a:defRPr>
            </a:lvl1pPr>
            <a:lvl2pPr marL="64328" indent="0">
              <a:buNone/>
              <a:defRPr sz="281">
                <a:solidFill>
                  <a:schemeClr val="tx1">
                    <a:tint val="75000"/>
                  </a:schemeClr>
                </a:solidFill>
              </a:defRPr>
            </a:lvl2pPr>
            <a:lvl3pPr marL="128656" indent="0">
              <a:buNone/>
              <a:defRPr sz="253">
                <a:solidFill>
                  <a:schemeClr val="tx1">
                    <a:tint val="75000"/>
                  </a:schemeClr>
                </a:solidFill>
              </a:defRPr>
            </a:lvl3pPr>
            <a:lvl4pPr marL="192984" indent="0">
              <a:buNone/>
              <a:defRPr sz="225">
                <a:solidFill>
                  <a:schemeClr val="tx1">
                    <a:tint val="75000"/>
                  </a:schemeClr>
                </a:solidFill>
              </a:defRPr>
            </a:lvl4pPr>
            <a:lvl5pPr marL="257312" indent="0">
              <a:buNone/>
              <a:defRPr sz="225">
                <a:solidFill>
                  <a:schemeClr val="tx1">
                    <a:tint val="75000"/>
                  </a:schemeClr>
                </a:solidFill>
              </a:defRPr>
            </a:lvl5pPr>
            <a:lvl6pPr marL="321640" indent="0">
              <a:buNone/>
              <a:defRPr sz="225">
                <a:solidFill>
                  <a:schemeClr val="tx1">
                    <a:tint val="75000"/>
                  </a:schemeClr>
                </a:solidFill>
              </a:defRPr>
            </a:lvl6pPr>
            <a:lvl7pPr marL="385968" indent="0">
              <a:buNone/>
              <a:defRPr sz="225">
                <a:solidFill>
                  <a:schemeClr val="tx1">
                    <a:tint val="75000"/>
                  </a:schemeClr>
                </a:solidFill>
              </a:defRPr>
            </a:lvl7pPr>
            <a:lvl8pPr marL="450296" indent="0">
              <a:buNone/>
              <a:defRPr sz="225">
                <a:solidFill>
                  <a:schemeClr val="tx1">
                    <a:tint val="75000"/>
                  </a:schemeClr>
                </a:solidFill>
              </a:defRPr>
            </a:lvl8pPr>
            <a:lvl9pPr marL="514624" indent="0">
              <a:buNone/>
              <a:defRPr sz="22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FC336-24F3-4B52-9F90-DE6ECE21F431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0DFCF-EE57-4463-ABCE-E21FCDA6111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5328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9933" y="256940"/>
            <a:ext cx="4017764" cy="61241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85866" y="256940"/>
            <a:ext cx="4017764" cy="61241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FC336-24F3-4B52-9F90-DE6ECE21F431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0DFCF-EE57-4463-ABCE-E21FCDA6111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7766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1164" y="51388"/>
            <a:ext cx="8153698" cy="186561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1164" y="236608"/>
            <a:ext cx="3999300" cy="115958"/>
          </a:xfrm>
        </p:spPr>
        <p:txBody>
          <a:bodyPr anchor="b"/>
          <a:lstStyle>
            <a:lvl1pPr marL="0" indent="0">
              <a:buNone/>
              <a:defRPr sz="338" b="1"/>
            </a:lvl1pPr>
            <a:lvl2pPr marL="64328" indent="0">
              <a:buNone/>
              <a:defRPr sz="281" b="1"/>
            </a:lvl2pPr>
            <a:lvl3pPr marL="128656" indent="0">
              <a:buNone/>
              <a:defRPr sz="253" b="1"/>
            </a:lvl3pPr>
            <a:lvl4pPr marL="192984" indent="0">
              <a:buNone/>
              <a:defRPr sz="225" b="1"/>
            </a:lvl4pPr>
            <a:lvl5pPr marL="257312" indent="0">
              <a:buNone/>
              <a:defRPr sz="225" b="1"/>
            </a:lvl5pPr>
            <a:lvl6pPr marL="321640" indent="0">
              <a:buNone/>
              <a:defRPr sz="225" b="1"/>
            </a:lvl6pPr>
            <a:lvl7pPr marL="385968" indent="0">
              <a:buNone/>
              <a:defRPr sz="225" b="1"/>
            </a:lvl7pPr>
            <a:lvl8pPr marL="450296" indent="0">
              <a:buNone/>
              <a:defRPr sz="225" b="1"/>
            </a:lvl8pPr>
            <a:lvl9pPr marL="514624" indent="0">
              <a:buNone/>
              <a:defRPr sz="225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164" y="352566"/>
            <a:ext cx="3999300" cy="51857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85866" y="236608"/>
            <a:ext cx="4018996" cy="115958"/>
          </a:xfrm>
        </p:spPr>
        <p:txBody>
          <a:bodyPr anchor="b"/>
          <a:lstStyle>
            <a:lvl1pPr marL="0" indent="0">
              <a:buNone/>
              <a:defRPr sz="338" b="1"/>
            </a:lvl1pPr>
            <a:lvl2pPr marL="64328" indent="0">
              <a:buNone/>
              <a:defRPr sz="281" b="1"/>
            </a:lvl2pPr>
            <a:lvl3pPr marL="128656" indent="0">
              <a:buNone/>
              <a:defRPr sz="253" b="1"/>
            </a:lvl3pPr>
            <a:lvl4pPr marL="192984" indent="0">
              <a:buNone/>
              <a:defRPr sz="225" b="1"/>
            </a:lvl4pPr>
            <a:lvl5pPr marL="257312" indent="0">
              <a:buNone/>
              <a:defRPr sz="225" b="1"/>
            </a:lvl5pPr>
            <a:lvl6pPr marL="321640" indent="0">
              <a:buNone/>
              <a:defRPr sz="225" b="1"/>
            </a:lvl6pPr>
            <a:lvl7pPr marL="385968" indent="0">
              <a:buNone/>
              <a:defRPr sz="225" b="1"/>
            </a:lvl7pPr>
            <a:lvl8pPr marL="450296" indent="0">
              <a:buNone/>
              <a:defRPr sz="225" b="1"/>
            </a:lvl8pPr>
            <a:lvl9pPr marL="514624" indent="0">
              <a:buNone/>
              <a:defRPr sz="225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85866" y="352566"/>
            <a:ext cx="4018996" cy="51857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FC336-24F3-4B52-9F90-DE6ECE21F431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0DFCF-EE57-4463-ABCE-E21FCDA6111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6121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FC336-24F3-4B52-9F90-DE6ECE21F431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0DFCF-EE57-4463-ABCE-E21FCDA6111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2237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FC336-24F3-4B52-9F90-DE6ECE21F431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0DFCF-EE57-4463-ABCE-E21FCDA6111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1176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1164" y="64347"/>
            <a:ext cx="3049020" cy="225213"/>
          </a:xfrm>
        </p:spPr>
        <p:txBody>
          <a:bodyPr anchor="b"/>
          <a:lstStyle>
            <a:lvl1pPr>
              <a:defRPr sz="45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18996" y="138971"/>
            <a:ext cx="4785866" cy="685918"/>
          </a:xfrm>
        </p:spPr>
        <p:txBody>
          <a:bodyPr/>
          <a:lstStyle>
            <a:lvl1pPr>
              <a:defRPr sz="450"/>
            </a:lvl1pPr>
            <a:lvl2pPr>
              <a:defRPr sz="394"/>
            </a:lvl2pPr>
            <a:lvl3pPr>
              <a:defRPr sz="338"/>
            </a:lvl3pPr>
            <a:lvl4pPr>
              <a:defRPr sz="281"/>
            </a:lvl4pPr>
            <a:lvl5pPr>
              <a:defRPr sz="281"/>
            </a:lvl5pPr>
            <a:lvl6pPr>
              <a:defRPr sz="281"/>
            </a:lvl6pPr>
            <a:lvl7pPr>
              <a:defRPr sz="281"/>
            </a:lvl7pPr>
            <a:lvl8pPr>
              <a:defRPr sz="281"/>
            </a:lvl8pPr>
            <a:lvl9pPr>
              <a:defRPr sz="28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164" y="289560"/>
            <a:ext cx="3049020" cy="536446"/>
          </a:xfrm>
        </p:spPr>
        <p:txBody>
          <a:bodyPr/>
          <a:lstStyle>
            <a:lvl1pPr marL="0" indent="0">
              <a:buNone/>
              <a:defRPr sz="225"/>
            </a:lvl1pPr>
            <a:lvl2pPr marL="64328" indent="0">
              <a:buNone/>
              <a:defRPr sz="197"/>
            </a:lvl2pPr>
            <a:lvl3pPr marL="128656" indent="0">
              <a:buNone/>
              <a:defRPr sz="169"/>
            </a:lvl3pPr>
            <a:lvl4pPr marL="192984" indent="0">
              <a:buNone/>
              <a:defRPr sz="141"/>
            </a:lvl4pPr>
            <a:lvl5pPr marL="257312" indent="0">
              <a:buNone/>
              <a:defRPr sz="141"/>
            </a:lvl5pPr>
            <a:lvl6pPr marL="321640" indent="0">
              <a:buNone/>
              <a:defRPr sz="141"/>
            </a:lvl6pPr>
            <a:lvl7pPr marL="385968" indent="0">
              <a:buNone/>
              <a:defRPr sz="141"/>
            </a:lvl7pPr>
            <a:lvl8pPr marL="450296" indent="0">
              <a:buNone/>
              <a:defRPr sz="141"/>
            </a:lvl8pPr>
            <a:lvl9pPr marL="514624" indent="0">
              <a:buNone/>
              <a:defRPr sz="14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FC336-24F3-4B52-9F90-DE6ECE21F431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0DFCF-EE57-4463-ABCE-E21FCDA6111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4416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1164" y="64347"/>
            <a:ext cx="3049020" cy="225213"/>
          </a:xfrm>
        </p:spPr>
        <p:txBody>
          <a:bodyPr anchor="b"/>
          <a:lstStyle>
            <a:lvl1pPr>
              <a:defRPr sz="45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18996" y="138971"/>
            <a:ext cx="4785866" cy="685918"/>
          </a:xfrm>
        </p:spPr>
        <p:txBody>
          <a:bodyPr anchor="t"/>
          <a:lstStyle>
            <a:lvl1pPr marL="0" indent="0">
              <a:buNone/>
              <a:defRPr sz="450"/>
            </a:lvl1pPr>
            <a:lvl2pPr marL="64328" indent="0">
              <a:buNone/>
              <a:defRPr sz="394"/>
            </a:lvl2pPr>
            <a:lvl3pPr marL="128656" indent="0">
              <a:buNone/>
              <a:defRPr sz="338"/>
            </a:lvl3pPr>
            <a:lvl4pPr marL="192984" indent="0">
              <a:buNone/>
              <a:defRPr sz="281"/>
            </a:lvl4pPr>
            <a:lvl5pPr marL="257312" indent="0">
              <a:buNone/>
              <a:defRPr sz="281"/>
            </a:lvl5pPr>
            <a:lvl6pPr marL="321640" indent="0">
              <a:buNone/>
              <a:defRPr sz="281"/>
            </a:lvl6pPr>
            <a:lvl7pPr marL="385968" indent="0">
              <a:buNone/>
              <a:defRPr sz="281"/>
            </a:lvl7pPr>
            <a:lvl8pPr marL="450296" indent="0">
              <a:buNone/>
              <a:defRPr sz="281"/>
            </a:lvl8pPr>
            <a:lvl9pPr marL="514624" indent="0">
              <a:buNone/>
              <a:defRPr sz="281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164" y="289560"/>
            <a:ext cx="3049020" cy="536446"/>
          </a:xfrm>
        </p:spPr>
        <p:txBody>
          <a:bodyPr/>
          <a:lstStyle>
            <a:lvl1pPr marL="0" indent="0">
              <a:buNone/>
              <a:defRPr sz="225"/>
            </a:lvl1pPr>
            <a:lvl2pPr marL="64328" indent="0">
              <a:buNone/>
              <a:defRPr sz="197"/>
            </a:lvl2pPr>
            <a:lvl3pPr marL="128656" indent="0">
              <a:buNone/>
              <a:defRPr sz="169"/>
            </a:lvl3pPr>
            <a:lvl4pPr marL="192984" indent="0">
              <a:buNone/>
              <a:defRPr sz="141"/>
            </a:lvl4pPr>
            <a:lvl5pPr marL="257312" indent="0">
              <a:buNone/>
              <a:defRPr sz="141"/>
            </a:lvl5pPr>
            <a:lvl6pPr marL="321640" indent="0">
              <a:buNone/>
              <a:defRPr sz="141"/>
            </a:lvl6pPr>
            <a:lvl7pPr marL="385968" indent="0">
              <a:buNone/>
              <a:defRPr sz="141"/>
            </a:lvl7pPr>
            <a:lvl8pPr marL="450296" indent="0">
              <a:buNone/>
              <a:defRPr sz="141"/>
            </a:lvl8pPr>
            <a:lvl9pPr marL="514624" indent="0">
              <a:buNone/>
              <a:defRPr sz="14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FC336-24F3-4B52-9F90-DE6ECE21F431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0DFCF-EE57-4463-ABCE-E21FCDA6111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5494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FC336-24F3-4B52-9F90-DE6ECE21F431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0DFCF-EE57-4463-ABCE-E21FCDA6111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0178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206" y="51388"/>
            <a:ext cx="2038425" cy="817962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9932" y="51388"/>
            <a:ext cx="5997104" cy="817962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FC336-24F3-4B52-9F90-DE6ECE21F431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0DFCF-EE57-4463-ABCE-E21FCDA6111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1926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9933" y="51388"/>
            <a:ext cx="8153698" cy="1865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9933" y="256940"/>
            <a:ext cx="8153698" cy="612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9932" y="894597"/>
            <a:ext cx="2127052" cy="513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FC336-24F3-4B52-9F90-DE6ECE21F431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31493" y="894597"/>
            <a:ext cx="3190578" cy="513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76579" y="894597"/>
            <a:ext cx="2127052" cy="513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D0DFCF-EE57-4463-ABCE-E21FCDA6111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4488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8656" rtl="0" eaLnBrk="1" latinLnBrk="0" hangingPunct="1">
        <a:lnSpc>
          <a:spcPct val="90000"/>
        </a:lnSpc>
        <a:spcBef>
          <a:spcPct val="0"/>
        </a:spcBef>
        <a:buNone/>
        <a:defRPr sz="61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164" indent="-32164" algn="l" defTabSz="128656" rtl="0" eaLnBrk="1" latinLnBrk="0" hangingPunct="1">
        <a:lnSpc>
          <a:spcPct val="90000"/>
        </a:lnSpc>
        <a:spcBef>
          <a:spcPts val="141"/>
        </a:spcBef>
        <a:buFont typeface="Arial" panose="020B0604020202020204" pitchFamily="34" charset="0"/>
        <a:buChar char="•"/>
        <a:defRPr sz="394" kern="1200">
          <a:solidFill>
            <a:schemeClr val="tx1"/>
          </a:solidFill>
          <a:latin typeface="+mn-lt"/>
          <a:ea typeface="+mn-ea"/>
          <a:cs typeface="+mn-cs"/>
        </a:defRPr>
      </a:lvl1pPr>
      <a:lvl2pPr marL="96492" indent="-32164" algn="l" defTabSz="128656" rtl="0" eaLnBrk="1" latinLnBrk="0" hangingPunct="1">
        <a:lnSpc>
          <a:spcPct val="90000"/>
        </a:lnSpc>
        <a:spcBef>
          <a:spcPts val="70"/>
        </a:spcBef>
        <a:buFont typeface="Arial" panose="020B0604020202020204" pitchFamily="34" charset="0"/>
        <a:buChar char="•"/>
        <a:defRPr sz="338" kern="1200">
          <a:solidFill>
            <a:schemeClr val="tx1"/>
          </a:solidFill>
          <a:latin typeface="+mn-lt"/>
          <a:ea typeface="+mn-ea"/>
          <a:cs typeface="+mn-cs"/>
        </a:defRPr>
      </a:lvl2pPr>
      <a:lvl3pPr marL="160820" indent="-32164" algn="l" defTabSz="128656" rtl="0" eaLnBrk="1" latinLnBrk="0" hangingPunct="1">
        <a:lnSpc>
          <a:spcPct val="90000"/>
        </a:lnSpc>
        <a:spcBef>
          <a:spcPts val="70"/>
        </a:spcBef>
        <a:buFont typeface="Arial" panose="020B0604020202020204" pitchFamily="34" charset="0"/>
        <a:buChar char="•"/>
        <a:defRPr sz="281" kern="1200">
          <a:solidFill>
            <a:schemeClr val="tx1"/>
          </a:solidFill>
          <a:latin typeface="+mn-lt"/>
          <a:ea typeface="+mn-ea"/>
          <a:cs typeface="+mn-cs"/>
        </a:defRPr>
      </a:lvl3pPr>
      <a:lvl4pPr marL="225148" indent="-32164" algn="l" defTabSz="128656" rtl="0" eaLnBrk="1" latinLnBrk="0" hangingPunct="1">
        <a:lnSpc>
          <a:spcPct val="90000"/>
        </a:lnSpc>
        <a:spcBef>
          <a:spcPts val="70"/>
        </a:spcBef>
        <a:buFont typeface="Arial" panose="020B0604020202020204" pitchFamily="34" charset="0"/>
        <a:buChar char="•"/>
        <a:defRPr sz="253" kern="1200">
          <a:solidFill>
            <a:schemeClr val="tx1"/>
          </a:solidFill>
          <a:latin typeface="+mn-lt"/>
          <a:ea typeface="+mn-ea"/>
          <a:cs typeface="+mn-cs"/>
        </a:defRPr>
      </a:lvl4pPr>
      <a:lvl5pPr marL="289476" indent="-32164" algn="l" defTabSz="128656" rtl="0" eaLnBrk="1" latinLnBrk="0" hangingPunct="1">
        <a:lnSpc>
          <a:spcPct val="90000"/>
        </a:lnSpc>
        <a:spcBef>
          <a:spcPts val="70"/>
        </a:spcBef>
        <a:buFont typeface="Arial" panose="020B0604020202020204" pitchFamily="34" charset="0"/>
        <a:buChar char="•"/>
        <a:defRPr sz="253" kern="1200">
          <a:solidFill>
            <a:schemeClr val="tx1"/>
          </a:solidFill>
          <a:latin typeface="+mn-lt"/>
          <a:ea typeface="+mn-ea"/>
          <a:cs typeface="+mn-cs"/>
        </a:defRPr>
      </a:lvl5pPr>
      <a:lvl6pPr marL="353804" indent="-32164" algn="l" defTabSz="128656" rtl="0" eaLnBrk="1" latinLnBrk="0" hangingPunct="1">
        <a:lnSpc>
          <a:spcPct val="90000"/>
        </a:lnSpc>
        <a:spcBef>
          <a:spcPts val="70"/>
        </a:spcBef>
        <a:buFont typeface="Arial" panose="020B0604020202020204" pitchFamily="34" charset="0"/>
        <a:buChar char="•"/>
        <a:defRPr sz="253" kern="1200">
          <a:solidFill>
            <a:schemeClr val="tx1"/>
          </a:solidFill>
          <a:latin typeface="+mn-lt"/>
          <a:ea typeface="+mn-ea"/>
          <a:cs typeface="+mn-cs"/>
        </a:defRPr>
      </a:lvl6pPr>
      <a:lvl7pPr marL="418132" indent="-32164" algn="l" defTabSz="128656" rtl="0" eaLnBrk="1" latinLnBrk="0" hangingPunct="1">
        <a:lnSpc>
          <a:spcPct val="90000"/>
        </a:lnSpc>
        <a:spcBef>
          <a:spcPts val="70"/>
        </a:spcBef>
        <a:buFont typeface="Arial" panose="020B0604020202020204" pitchFamily="34" charset="0"/>
        <a:buChar char="•"/>
        <a:defRPr sz="253" kern="1200">
          <a:solidFill>
            <a:schemeClr val="tx1"/>
          </a:solidFill>
          <a:latin typeface="+mn-lt"/>
          <a:ea typeface="+mn-ea"/>
          <a:cs typeface="+mn-cs"/>
        </a:defRPr>
      </a:lvl7pPr>
      <a:lvl8pPr marL="482460" indent="-32164" algn="l" defTabSz="128656" rtl="0" eaLnBrk="1" latinLnBrk="0" hangingPunct="1">
        <a:lnSpc>
          <a:spcPct val="90000"/>
        </a:lnSpc>
        <a:spcBef>
          <a:spcPts val="70"/>
        </a:spcBef>
        <a:buFont typeface="Arial" panose="020B0604020202020204" pitchFamily="34" charset="0"/>
        <a:buChar char="•"/>
        <a:defRPr sz="253" kern="1200">
          <a:solidFill>
            <a:schemeClr val="tx1"/>
          </a:solidFill>
          <a:latin typeface="+mn-lt"/>
          <a:ea typeface="+mn-ea"/>
          <a:cs typeface="+mn-cs"/>
        </a:defRPr>
      </a:lvl8pPr>
      <a:lvl9pPr marL="546788" indent="-32164" algn="l" defTabSz="128656" rtl="0" eaLnBrk="1" latinLnBrk="0" hangingPunct="1">
        <a:lnSpc>
          <a:spcPct val="90000"/>
        </a:lnSpc>
        <a:spcBef>
          <a:spcPts val="70"/>
        </a:spcBef>
        <a:buFont typeface="Arial" panose="020B0604020202020204" pitchFamily="34" charset="0"/>
        <a:buChar char="•"/>
        <a:defRPr sz="25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656" rtl="0" eaLnBrk="1" latinLnBrk="0" hangingPunct="1">
        <a:defRPr sz="253" kern="1200">
          <a:solidFill>
            <a:schemeClr val="tx1"/>
          </a:solidFill>
          <a:latin typeface="+mn-lt"/>
          <a:ea typeface="+mn-ea"/>
          <a:cs typeface="+mn-cs"/>
        </a:defRPr>
      </a:lvl1pPr>
      <a:lvl2pPr marL="64328" algn="l" defTabSz="128656" rtl="0" eaLnBrk="1" latinLnBrk="0" hangingPunct="1">
        <a:defRPr sz="253" kern="1200">
          <a:solidFill>
            <a:schemeClr val="tx1"/>
          </a:solidFill>
          <a:latin typeface="+mn-lt"/>
          <a:ea typeface="+mn-ea"/>
          <a:cs typeface="+mn-cs"/>
        </a:defRPr>
      </a:lvl2pPr>
      <a:lvl3pPr marL="128656" algn="l" defTabSz="128656" rtl="0" eaLnBrk="1" latinLnBrk="0" hangingPunct="1">
        <a:defRPr sz="253" kern="1200">
          <a:solidFill>
            <a:schemeClr val="tx1"/>
          </a:solidFill>
          <a:latin typeface="+mn-lt"/>
          <a:ea typeface="+mn-ea"/>
          <a:cs typeface="+mn-cs"/>
        </a:defRPr>
      </a:lvl3pPr>
      <a:lvl4pPr marL="192984" algn="l" defTabSz="128656" rtl="0" eaLnBrk="1" latinLnBrk="0" hangingPunct="1">
        <a:defRPr sz="253" kern="1200">
          <a:solidFill>
            <a:schemeClr val="tx1"/>
          </a:solidFill>
          <a:latin typeface="+mn-lt"/>
          <a:ea typeface="+mn-ea"/>
          <a:cs typeface="+mn-cs"/>
        </a:defRPr>
      </a:lvl4pPr>
      <a:lvl5pPr marL="257312" algn="l" defTabSz="128656" rtl="0" eaLnBrk="1" latinLnBrk="0" hangingPunct="1">
        <a:defRPr sz="253" kern="1200">
          <a:solidFill>
            <a:schemeClr val="tx1"/>
          </a:solidFill>
          <a:latin typeface="+mn-lt"/>
          <a:ea typeface="+mn-ea"/>
          <a:cs typeface="+mn-cs"/>
        </a:defRPr>
      </a:lvl5pPr>
      <a:lvl6pPr marL="321640" algn="l" defTabSz="128656" rtl="0" eaLnBrk="1" latinLnBrk="0" hangingPunct="1">
        <a:defRPr sz="253" kern="1200">
          <a:solidFill>
            <a:schemeClr val="tx1"/>
          </a:solidFill>
          <a:latin typeface="+mn-lt"/>
          <a:ea typeface="+mn-ea"/>
          <a:cs typeface="+mn-cs"/>
        </a:defRPr>
      </a:lvl6pPr>
      <a:lvl7pPr marL="385968" algn="l" defTabSz="128656" rtl="0" eaLnBrk="1" latinLnBrk="0" hangingPunct="1">
        <a:defRPr sz="253" kern="1200">
          <a:solidFill>
            <a:schemeClr val="tx1"/>
          </a:solidFill>
          <a:latin typeface="+mn-lt"/>
          <a:ea typeface="+mn-ea"/>
          <a:cs typeface="+mn-cs"/>
        </a:defRPr>
      </a:lvl7pPr>
      <a:lvl8pPr marL="450296" algn="l" defTabSz="128656" rtl="0" eaLnBrk="1" latinLnBrk="0" hangingPunct="1">
        <a:defRPr sz="253" kern="1200">
          <a:solidFill>
            <a:schemeClr val="tx1"/>
          </a:solidFill>
          <a:latin typeface="+mn-lt"/>
          <a:ea typeface="+mn-ea"/>
          <a:cs typeface="+mn-cs"/>
        </a:defRPr>
      </a:lvl8pPr>
      <a:lvl9pPr marL="514624" algn="l" defTabSz="128656" rtl="0" eaLnBrk="1" latinLnBrk="0" hangingPunct="1">
        <a:defRPr sz="25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7FF13A9B-AC35-4E15-8560-12AD7151DC68}"/>
              </a:ext>
            </a:extLst>
          </p:cNvPr>
          <p:cNvCxnSpPr>
            <a:cxnSpLocks/>
          </p:cNvCxnSpPr>
          <p:nvPr/>
        </p:nvCxnSpPr>
        <p:spPr>
          <a:xfrm>
            <a:off x="689882" y="541311"/>
            <a:ext cx="8228700" cy="0"/>
          </a:xfrm>
          <a:prstGeom prst="line">
            <a:avLst/>
          </a:prstGeom>
          <a:ln w="762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magine 4">
            <a:extLst>
              <a:ext uri="{FF2B5EF4-FFF2-40B4-BE49-F238E27FC236}">
                <a16:creationId xmlns:a16="http://schemas.microsoft.com/office/drawing/2014/main" id="{E5CFFADF-0DE3-4461-AE8B-CDFFC00417B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6812" y="119730"/>
            <a:ext cx="737655" cy="737655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9D8BC815-CBE6-4ED7-A276-DA15DAC3BF6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607" y="119730"/>
            <a:ext cx="737655" cy="737655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4123FFDF-6342-40DE-AAF7-DC69BFF50D7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9224" y="119730"/>
            <a:ext cx="737655" cy="737655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5F91C95B-733E-45E2-9358-914029B431FD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3018" y="119730"/>
            <a:ext cx="737655" cy="737655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E6914722-6FC6-40C5-8362-E8AEA99693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639" y="119730"/>
            <a:ext cx="929847" cy="737655"/>
          </a:xfrm>
          <a:prstGeom prst="rect">
            <a:avLst/>
          </a:prstGeom>
        </p:spPr>
      </p:pic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AA19512B-6D45-4AA5-B52A-09A0587DE2D6}"/>
              </a:ext>
            </a:extLst>
          </p:cNvPr>
          <p:cNvCxnSpPr>
            <a:stCxn id="9" idx="1"/>
            <a:endCxn id="9" idx="1"/>
          </p:cNvCxnSpPr>
          <p:nvPr/>
        </p:nvCxnSpPr>
        <p:spPr>
          <a:xfrm>
            <a:off x="178639" y="488558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9206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7FF13A9B-AC35-4E15-8560-12AD7151DC68}"/>
              </a:ext>
            </a:extLst>
          </p:cNvPr>
          <p:cNvCxnSpPr>
            <a:cxnSpLocks/>
          </p:cNvCxnSpPr>
          <p:nvPr/>
        </p:nvCxnSpPr>
        <p:spPr>
          <a:xfrm>
            <a:off x="689882" y="541311"/>
            <a:ext cx="8228700" cy="0"/>
          </a:xfrm>
          <a:prstGeom prst="line">
            <a:avLst/>
          </a:prstGeom>
          <a:ln w="762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magine 4">
            <a:extLst>
              <a:ext uri="{FF2B5EF4-FFF2-40B4-BE49-F238E27FC236}">
                <a16:creationId xmlns:a16="http://schemas.microsoft.com/office/drawing/2014/main" id="{E5CFFADF-0DE3-4461-AE8B-CDFFC00417B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6812" y="119730"/>
            <a:ext cx="737655" cy="737655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9D8BC815-CBE6-4ED7-A276-DA15DAC3BF6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607" y="119730"/>
            <a:ext cx="737655" cy="737655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4123FFDF-6342-40DE-AAF7-DC69BFF50D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9224" y="119730"/>
            <a:ext cx="737655" cy="737655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5F91C95B-733E-45E2-9358-914029B431FD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3018" y="119730"/>
            <a:ext cx="737655" cy="737655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E6914722-6FC6-40C5-8362-E8AEA996935C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639" y="119730"/>
            <a:ext cx="929847" cy="737655"/>
          </a:xfrm>
          <a:prstGeom prst="rect">
            <a:avLst/>
          </a:prstGeom>
        </p:spPr>
      </p:pic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AA19512B-6D45-4AA5-B52A-09A0587DE2D6}"/>
              </a:ext>
            </a:extLst>
          </p:cNvPr>
          <p:cNvCxnSpPr>
            <a:stCxn id="9" idx="1"/>
            <a:endCxn id="9" idx="1"/>
          </p:cNvCxnSpPr>
          <p:nvPr/>
        </p:nvCxnSpPr>
        <p:spPr>
          <a:xfrm>
            <a:off x="178639" y="488558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877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7FF13A9B-AC35-4E15-8560-12AD7151DC68}"/>
              </a:ext>
            </a:extLst>
          </p:cNvPr>
          <p:cNvCxnSpPr>
            <a:cxnSpLocks/>
          </p:cNvCxnSpPr>
          <p:nvPr/>
        </p:nvCxnSpPr>
        <p:spPr>
          <a:xfrm>
            <a:off x="689882" y="541311"/>
            <a:ext cx="8228700" cy="0"/>
          </a:xfrm>
          <a:prstGeom prst="line">
            <a:avLst/>
          </a:prstGeom>
          <a:ln w="762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magine 4">
            <a:extLst>
              <a:ext uri="{FF2B5EF4-FFF2-40B4-BE49-F238E27FC236}">
                <a16:creationId xmlns:a16="http://schemas.microsoft.com/office/drawing/2014/main" id="{E5CFFADF-0DE3-4461-AE8B-CDFFC00417B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6812" y="119730"/>
            <a:ext cx="737655" cy="737655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9D8BC815-CBE6-4ED7-A276-DA15DAC3BF6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607" y="119730"/>
            <a:ext cx="737655" cy="737655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4123FFDF-6342-40DE-AAF7-DC69BFF50D7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9224" y="119730"/>
            <a:ext cx="737655" cy="737655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5F91C95B-733E-45E2-9358-914029B431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3018" y="119730"/>
            <a:ext cx="737655" cy="737655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E6914722-6FC6-40C5-8362-E8AEA996935C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639" y="119730"/>
            <a:ext cx="929847" cy="737655"/>
          </a:xfrm>
          <a:prstGeom prst="rect">
            <a:avLst/>
          </a:prstGeom>
        </p:spPr>
      </p:pic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AA19512B-6D45-4AA5-B52A-09A0587DE2D6}"/>
              </a:ext>
            </a:extLst>
          </p:cNvPr>
          <p:cNvCxnSpPr>
            <a:stCxn id="9" idx="1"/>
            <a:endCxn id="9" idx="1"/>
          </p:cNvCxnSpPr>
          <p:nvPr/>
        </p:nvCxnSpPr>
        <p:spPr>
          <a:xfrm>
            <a:off x="178639" y="488558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9619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7FF13A9B-AC35-4E15-8560-12AD7151DC68}"/>
              </a:ext>
            </a:extLst>
          </p:cNvPr>
          <p:cNvCxnSpPr>
            <a:cxnSpLocks/>
          </p:cNvCxnSpPr>
          <p:nvPr/>
        </p:nvCxnSpPr>
        <p:spPr>
          <a:xfrm>
            <a:off x="689882" y="541311"/>
            <a:ext cx="8228700" cy="0"/>
          </a:xfrm>
          <a:prstGeom prst="line">
            <a:avLst/>
          </a:prstGeom>
          <a:ln w="762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magine 4">
            <a:extLst>
              <a:ext uri="{FF2B5EF4-FFF2-40B4-BE49-F238E27FC236}">
                <a16:creationId xmlns:a16="http://schemas.microsoft.com/office/drawing/2014/main" id="{E5CFFADF-0DE3-4461-AE8B-CDFFC00417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6812" y="119730"/>
            <a:ext cx="737655" cy="737655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9D8BC815-CBE6-4ED7-A276-DA15DAC3BF6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607" y="119730"/>
            <a:ext cx="737655" cy="737655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4123FFDF-6342-40DE-AAF7-DC69BFF50D7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9224" y="119730"/>
            <a:ext cx="737655" cy="737655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5F91C95B-733E-45E2-9358-914029B431FD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3018" y="119730"/>
            <a:ext cx="737655" cy="737655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E6914722-6FC6-40C5-8362-E8AEA996935C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639" y="119730"/>
            <a:ext cx="929847" cy="737655"/>
          </a:xfrm>
          <a:prstGeom prst="rect">
            <a:avLst/>
          </a:prstGeom>
        </p:spPr>
      </p:pic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AA19512B-6D45-4AA5-B52A-09A0587DE2D6}"/>
              </a:ext>
            </a:extLst>
          </p:cNvPr>
          <p:cNvCxnSpPr>
            <a:stCxn id="9" idx="1"/>
            <a:endCxn id="9" idx="1"/>
          </p:cNvCxnSpPr>
          <p:nvPr/>
        </p:nvCxnSpPr>
        <p:spPr>
          <a:xfrm>
            <a:off x="178639" y="488558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7198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7FF13A9B-AC35-4E15-8560-12AD7151DC68}"/>
              </a:ext>
            </a:extLst>
          </p:cNvPr>
          <p:cNvCxnSpPr>
            <a:cxnSpLocks/>
          </p:cNvCxnSpPr>
          <p:nvPr/>
        </p:nvCxnSpPr>
        <p:spPr>
          <a:xfrm>
            <a:off x="689882" y="541311"/>
            <a:ext cx="8228700" cy="0"/>
          </a:xfrm>
          <a:prstGeom prst="line">
            <a:avLst/>
          </a:prstGeom>
          <a:ln w="762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magine 4">
            <a:extLst>
              <a:ext uri="{FF2B5EF4-FFF2-40B4-BE49-F238E27FC236}">
                <a16:creationId xmlns:a16="http://schemas.microsoft.com/office/drawing/2014/main" id="{E5CFFADF-0DE3-4461-AE8B-CDFFC00417B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6812" y="119730"/>
            <a:ext cx="737655" cy="737655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9D8BC815-CBE6-4ED7-A276-DA15DAC3BF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607" y="119730"/>
            <a:ext cx="737655" cy="737655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4123FFDF-6342-40DE-AAF7-DC69BFF50D7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9224" y="119730"/>
            <a:ext cx="737655" cy="737655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5F91C95B-733E-45E2-9358-914029B431FD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3018" y="119730"/>
            <a:ext cx="737655" cy="737655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E6914722-6FC6-40C5-8362-E8AEA996935C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639" y="119730"/>
            <a:ext cx="929847" cy="737655"/>
          </a:xfrm>
          <a:prstGeom prst="rect">
            <a:avLst/>
          </a:prstGeom>
        </p:spPr>
      </p:pic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AA19512B-6D45-4AA5-B52A-09A0587DE2D6}"/>
              </a:ext>
            </a:extLst>
          </p:cNvPr>
          <p:cNvCxnSpPr>
            <a:stCxn id="9" idx="1"/>
            <a:endCxn id="9" idx="1"/>
          </p:cNvCxnSpPr>
          <p:nvPr/>
        </p:nvCxnSpPr>
        <p:spPr>
          <a:xfrm>
            <a:off x="178639" y="488558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24532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Tema di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i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0</Words>
  <Application>Microsoft Office PowerPoint</Application>
  <PresentationFormat>Personalizzato</PresentationFormat>
  <Paragraphs>0</Paragraphs>
  <Slides>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Davide Sanvito</dc:creator>
  <cp:lastModifiedBy>Davide Sanvito</cp:lastModifiedBy>
  <cp:revision>1</cp:revision>
  <dcterms:created xsi:type="dcterms:W3CDTF">2021-01-05T18:04:37Z</dcterms:created>
  <dcterms:modified xsi:type="dcterms:W3CDTF">2021-01-05T18:07:04Z</dcterms:modified>
</cp:coreProperties>
</file>